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62" r:id="rId6"/>
    <p:sldId id="281" r:id="rId7"/>
    <p:sldId id="282" r:id="rId8"/>
    <p:sldId id="283" r:id="rId9"/>
    <p:sldId id="271" r:id="rId10"/>
    <p:sldId id="276" r:id="rId11"/>
    <p:sldId id="277" r:id="rId12"/>
    <p:sldId id="279" r:id="rId13"/>
    <p:sldId id="264" r:id="rId14"/>
    <p:sldId id="269" r:id="rId15"/>
    <p:sldId id="26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3CE63-AADB-48B7-93C0-54888B251B16}" v="38" dt="2026-09-11T17:44:22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amkonda Naga pavan kumar" userId="a0f458ddd32edd19" providerId="LiveId" clId="{27E7A5E7-8840-4DE7-AB6B-DB8FFE40B1B5}"/>
    <pc:docChg chg="undo custSel addSld delSld modSld sldOrd">
      <pc:chgData name="Bellamkonda Naga pavan kumar" userId="a0f458ddd32edd19" providerId="LiveId" clId="{27E7A5E7-8840-4DE7-AB6B-DB8FFE40B1B5}" dt="2026-09-12T07:02:47.057" v="746" actId="2696"/>
      <pc:docMkLst>
        <pc:docMk/>
      </pc:docMkLst>
      <pc:sldChg chg="modSp mod">
        <pc:chgData name="Bellamkonda Naga pavan kumar" userId="a0f458ddd32edd19" providerId="LiveId" clId="{27E7A5E7-8840-4DE7-AB6B-DB8FFE40B1B5}" dt="2026-09-10T10:44:35.064" v="182" actId="20577"/>
        <pc:sldMkLst>
          <pc:docMk/>
          <pc:sldMk cId="1267507976" sldId="256"/>
        </pc:sldMkLst>
        <pc:spChg chg="mod">
          <ac:chgData name="Bellamkonda Naga pavan kumar" userId="a0f458ddd32edd19" providerId="LiveId" clId="{27E7A5E7-8840-4DE7-AB6B-DB8FFE40B1B5}" dt="2026-09-10T10:44:35.064" v="182" actId="20577"/>
          <ac:spMkLst>
            <pc:docMk/>
            <pc:sldMk cId="1267507976" sldId="256"/>
            <ac:spMk id="2" creationId="{5664F868-A043-14C2-F8B8-464FFB87AD8A}"/>
          </ac:spMkLst>
        </pc:spChg>
        <pc:spChg chg="mod">
          <ac:chgData name="Bellamkonda Naga pavan kumar" userId="a0f458ddd32edd19" providerId="LiveId" clId="{27E7A5E7-8840-4DE7-AB6B-DB8FFE40B1B5}" dt="2026-09-07T10:57:02.399" v="4" actId="20577"/>
          <ac:spMkLst>
            <pc:docMk/>
            <pc:sldMk cId="1267507976" sldId="256"/>
            <ac:spMk id="3" creationId="{77A533FE-D0EC-23DD-6FAE-A2432AEE4F63}"/>
          </ac:spMkLst>
        </pc:spChg>
      </pc:sldChg>
      <pc:sldChg chg="modSp mod">
        <pc:chgData name="Bellamkonda Naga pavan kumar" userId="a0f458ddd32edd19" providerId="LiveId" clId="{27E7A5E7-8840-4DE7-AB6B-DB8FFE40B1B5}" dt="2026-09-11T17:36:46.216" v="666" actId="20577"/>
        <pc:sldMkLst>
          <pc:docMk/>
          <pc:sldMk cId="2853192330" sldId="257"/>
        </pc:sldMkLst>
        <pc:spChg chg="mod">
          <ac:chgData name="Bellamkonda Naga pavan kumar" userId="a0f458ddd32edd19" providerId="LiveId" clId="{27E7A5E7-8840-4DE7-AB6B-DB8FFE40B1B5}" dt="2026-09-11T17:36:46.216" v="666" actId="20577"/>
          <ac:spMkLst>
            <pc:docMk/>
            <pc:sldMk cId="2853192330" sldId="257"/>
            <ac:spMk id="3" creationId="{4E4F654E-D37A-62FA-B25A-C3390AD3F239}"/>
          </ac:spMkLst>
        </pc:spChg>
      </pc:sldChg>
      <pc:sldChg chg="modSp del mod ord">
        <pc:chgData name="Bellamkonda Naga pavan kumar" userId="a0f458ddd32edd19" providerId="LiveId" clId="{27E7A5E7-8840-4DE7-AB6B-DB8FFE40B1B5}" dt="2026-09-11T12:50:45.517" v="282" actId="2696"/>
        <pc:sldMkLst>
          <pc:docMk/>
          <pc:sldMk cId="3465216252" sldId="259"/>
        </pc:sldMkLst>
      </pc:sldChg>
      <pc:sldChg chg="addSp delSp modSp mod ord">
        <pc:chgData name="Bellamkonda Naga pavan kumar" userId="a0f458ddd32edd19" providerId="LiveId" clId="{27E7A5E7-8840-4DE7-AB6B-DB8FFE40B1B5}" dt="2026-09-12T07:02:29.962" v="745" actId="14100"/>
        <pc:sldMkLst>
          <pc:docMk/>
          <pc:sldMk cId="779421589" sldId="262"/>
        </pc:sldMkLst>
        <pc:picChg chg="add del mod">
          <ac:chgData name="Bellamkonda Naga pavan kumar" userId="a0f458ddd32edd19" providerId="LiveId" clId="{27E7A5E7-8840-4DE7-AB6B-DB8FFE40B1B5}" dt="2026-09-12T06:59:33.870" v="733" actId="21"/>
          <ac:picMkLst>
            <pc:docMk/>
            <pc:sldMk cId="779421589" sldId="262"/>
            <ac:picMk id="3" creationId="{7E690931-EFBC-0EE2-C34A-469406D37FE5}"/>
          </ac:picMkLst>
        </pc:picChg>
        <pc:picChg chg="add del">
          <ac:chgData name="Bellamkonda Naga pavan kumar" userId="a0f458ddd32edd19" providerId="LiveId" clId="{27E7A5E7-8840-4DE7-AB6B-DB8FFE40B1B5}" dt="2026-09-12T06:59:42.508" v="735" actId="21"/>
          <ac:picMkLst>
            <pc:docMk/>
            <pc:sldMk cId="779421589" sldId="262"/>
            <ac:picMk id="4" creationId="{64AED792-4A8F-270C-F5AE-CFEAFFC2DBCE}"/>
          </ac:picMkLst>
        </pc:picChg>
        <pc:picChg chg="add mod">
          <ac:chgData name="Bellamkonda Naga pavan kumar" userId="a0f458ddd32edd19" providerId="LiveId" clId="{27E7A5E7-8840-4DE7-AB6B-DB8FFE40B1B5}" dt="2026-09-12T07:02:29.962" v="745" actId="14100"/>
          <ac:picMkLst>
            <pc:docMk/>
            <pc:sldMk cId="779421589" sldId="262"/>
            <ac:picMk id="7" creationId="{A74ED189-AD1A-B2AD-D145-6E75D6733B93}"/>
          </ac:picMkLst>
        </pc:picChg>
      </pc:sldChg>
      <pc:sldChg chg="modSp mod ord">
        <pc:chgData name="Bellamkonda Naga pavan kumar" userId="a0f458ddd32edd19" providerId="LiveId" clId="{27E7A5E7-8840-4DE7-AB6B-DB8FFE40B1B5}" dt="2026-09-11T17:39:42.240" v="670" actId="14100"/>
        <pc:sldMkLst>
          <pc:docMk/>
          <pc:sldMk cId="1159230903" sldId="263"/>
        </pc:sldMkLst>
        <pc:spChg chg="mod">
          <ac:chgData name="Bellamkonda Naga pavan kumar" userId="a0f458ddd32edd19" providerId="LiveId" clId="{27E7A5E7-8840-4DE7-AB6B-DB8FFE40B1B5}" dt="2026-09-11T17:39:28.319" v="668" actId="14100"/>
          <ac:spMkLst>
            <pc:docMk/>
            <pc:sldMk cId="1159230903" sldId="263"/>
            <ac:spMk id="2" creationId="{451CEF43-FB11-9CFC-A27C-2FA9BAD2BC3E}"/>
          </ac:spMkLst>
        </pc:spChg>
        <pc:picChg chg="mod">
          <ac:chgData name="Bellamkonda Naga pavan kumar" userId="a0f458ddd32edd19" providerId="LiveId" clId="{27E7A5E7-8840-4DE7-AB6B-DB8FFE40B1B5}" dt="2026-09-11T17:39:42.240" v="670" actId="14100"/>
          <ac:picMkLst>
            <pc:docMk/>
            <pc:sldMk cId="1159230903" sldId="263"/>
            <ac:picMk id="7" creationId="{AF3F2B33-18D7-F24D-2E40-BAFFFF6239A4}"/>
          </ac:picMkLst>
        </pc:picChg>
      </pc:sldChg>
      <pc:sldChg chg="addSp delSp modSp mod">
        <pc:chgData name="Bellamkonda Naga pavan kumar" userId="a0f458ddd32edd19" providerId="LiveId" clId="{27E7A5E7-8840-4DE7-AB6B-DB8FFE40B1B5}" dt="2026-09-11T12:12:07.599" v="260"/>
        <pc:sldMkLst>
          <pc:docMk/>
          <pc:sldMk cId="3252897329" sldId="265"/>
        </pc:sldMkLst>
        <pc:spChg chg="del">
          <ac:chgData name="Bellamkonda Naga pavan kumar" userId="a0f458ddd32edd19" providerId="LiveId" clId="{27E7A5E7-8840-4DE7-AB6B-DB8FFE40B1B5}" dt="2026-09-11T11:51:06.302" v="190" actId="21"/>
          <ac:spMkLst>
            <pc:docMk/>
            <pc:sldMk cId="3252897329" sldId="265"/>
            <ac:spMk id="2" creationId="{84F953C5-F1D9-1BEE-5ADA-93C84F8A24EA}"/>
          </ac:spMkLst>
        </pc:spChg>
        <pc:spChg chg="del mod">
          <ac:chgData name="Bellamkonda Naga pavan kumar" userId="a0f458ddd32edd19" providerId="LiveId" clId="{27E7A5E7-8840-4DE7-AB6B-DB8FFE40B1B5}" dt="2026-09-11T11:50:41.747" v="187" actId="21"/>
          <ac:spMkLst>
            <pc:docMk/>
            <pc:sldMk cId="3252897329" sldId="265"/>
            <ac:spMk id="3" creationId="{283FDBA5-48A7-4650-0D5C-80D025674DAC}"/>
          </ac:spMkLst>
        </pc:spChg>
        <pc:spChg chg="add del mod">
          <ac:chgData name="Bellamkonda Naga pavan kumar" userId="a0f458ddd32edd19" providerId="LiveId" clId="{27E7A5E7-8840-4DE7-AB6B-DB8FFE40B1B5}" dt="2026-09-11T11:50:45.620" v="188" actId="21"/>
          <ac:spMkLst>
            <pc:docMk/>
            <pc:sldMk cId="3252897329" sldId="265"/>
            <ac:spMk id="6" creationId="{2B862453-AA6A-1234-6CD0-F1EEA65A7C43}"/>
          </ac:spMkLst>
        </pc:spChg>
        <pc:spChg chg="add del mod">
          <ac:chgData name="Bellamkonda Naga pavan kumar" userId="a0f458ddd32edd19" providerId="LiveId" clId="{27E7A5E7-8840-4DE7-AB6B-DB8FFE40B1B5}" dt="2026-09-11T11:51:16.091" v="191" actId="21"/>
          <ac:spMkLst>
            <pc:docMk/>
            <pc:sldMk cId="3252897329" sldId="265"/>
            <ac:spMk id="8" creationId="{AB3446C2-6623-58D0-CF6A-5DDBFB6CCD5E}"/>
          </ac:spMkLst>
        </pc:spChg>
        <pc:spChg chg="add del mod">
          <ac:chgData name="Bellamkonda Naga pavan kumar" userId="a0f458ddd32edd19" providerId="LiveId" clId="{27E7A5E7-8840-4DE7-AB6B-DB8FFE40B1B5}" dt="2026-09-11T11:53:01.043" v="193" actId="21"/>
          <ac:spMkLst>
            <pc:docMk/>
            <pc:sldMk cId="3252897329" sldId="265"/>
            <ac:spMk id="9" creationId="{7E8AD93D-FCF7-F1AB-5F2A-6D04454CC799}"/>
          </ac:spMkLst>
        </pc:spChg>
        <pc:spChg chg="add mod">
          <ac:chgData name="Bellamkonda Naga pavan kumar" userId="a0f458ddd32edd19" providerId="LiveId" clId="{27E7A5E7-8840-4DE7-AB6B-DB8FFE40B1B5}" dt="2026-09-11T11:55:11.833" v="201" actId="14100"/>
          <ac:spMkLst>
            <pc:docMk/>
            <pc:sldMk cId="3252897329" sldId="265"/>
            <ac:spMk id="10" creationId="{ADB1F9A4-3A91-0C60-54B5-D66A5227FEEA}"/>
          </ac:spMkLst>
        </pc:spChg>
        <pc:spChg chg="add mod">
          <ac:chgData name="Bellamkonda Naga pavan kumar" userId="a0f458ddd32edd19" providerId="LiveId" clId="{27E7A5E7-8840-4DE7-AB6B-DB8FFE40B1B5}" dt="2026-09-11T12:12:07.599" v="260"/>
          <ac:spMkLst>
            <pc:docMk/>
            <pc:sldMk cId="3252897329" sldId="265"/>
            <ac:spMk id="16" creationId="{DC5CA954-FDF0-3042-B3D9-E777E9FCBB9A}"/>
          </ac:spMkLst>
        </pc:spChg>
        <pc:picChg chg="add del mod">
          <ac:chgData name="Bellamkonda Naga pavan kumar" userId="a0f458ddd32edd19" providerId="LiveId" clId="{27E7A5E7-8840-4DE7-AB6B-DB8FFE40B1B5}" dt="2026-09-11T12:02:56.259" v="209" actId="21"/>
          <ac:picMkLst>
            <pc:docMk/>
            <pc:sldMk cId="3252897329" sldId="265"/>
            <ac:picMk id="12" creationId="{A7D5D66C-1511-5D44-15B8-999C465B9D8E}"/>
          </ac:picMkLst>
        </pc:picChg>
        <pc:picChg chg="del">
          <ac:chgData name="Bellamkonda Naga pavan kumar" userId="a0f458ddd32edd19" providerId="LiveId" clId="{27E7A5E7-8840-4DE7-AB6B-DB8FFE40B1B5}" dt="2026-09-11T11:50:51.567" v="189" actId="21"/>
          <ac:picMkLst>
            <pc:docMk/>
            <pc:sldMk cId="3252897329" sldId="265"/>
            <ac:picMk id="13" creationId="{F05590B9-8E68-563A-83E1-61A52D3DE55C}"/>
          </ac:picMkLst>
        </pc:picChg>
        <pc:picChg chg="add mod">
          <ac:chgData name="Bellamkonda Naga pavan kumar" userId="a0f458ddd32edd19" providerId="LiveId" clId="{27E7A5E7-8840-4DE7-AB6B-DB8FFE40B1B5}" dt="2026-09-11T12:05:52.876" v="212" actId="1076"/>
          <ac:picMkLst>
            <pc:docMk/>
            <pc:sldMk cId="3252897329" sldId="265"/>
            <ac:picMk id="15" creationId="{1CF59B66-6441-DBAD-1F78-91EBC607D5E7}"/>
          </ac:picMkLst>
        </pc:picChg>
      </pc:sldChg>
      <pc:sldChg chg="del">
        <pc:chgData name="Bellamkonda Naga pavan kumar" userId="a0f458ddd32edd19" providerId="LiveId" clId="{27E7A5E7-8840-4DE7-AB6B-DB8FFE40B1B5}" dt="2026-09-11T15:06:13.410" v="658" actId="2696"/>
        <pc:sldMkLst>
          <pc:docMk/>
          <pc:sldMk cId="1258785934" sldId="268"/>
        </pc:sldMkLst>
      </pc:sldChg>
      <pc:sldChg chg="ord">
        <pc:chgData name="Bellamkonda Naga pavan kumar" userId="a0f458ddd32edd19" providerId="LiveId" clId="{27E7A5E7-8840-4DE7-AB6B-DB8FFE40B1B5}" dt="2026-09-11T12:13:13.744" v="262"/>
        <pc:sldMkLst>
          <pc:docMk/>
          <pc:sldMk cId="3220424928" sldId="269"/>
        </pc:sldMkLst>
      </pc:sldChg>
      <pc:sldChg chg="modSp mod ord">
        <pc:chgData name="Bellamkonda Naga pavan kumar" userId="a0f458ddd32edd19" providerId="LiveId" clId="{27E7A5E7-8840-4DE7-AB6B-DB8FFE40B1B5}" dt="2026-09-10T10:42:05.464" v="165" actId="14100"/>
        <pc:sldMkLst>
          <pc:docMk/>
          <pc:sldMk cId="375128068" sldId="271"/>
        </pc:sldMkLst>
        <pc:picChg chg="mod">
          <ac:chgData name="Bellamkonda Naga pavan kumar" userId="a0f458ddd32edd19" providerId="LiveId" clId="{27E7A5E7-8840-4DE7-AB6B-DB8FFE40B1B5}" dt="2026-09-10T10:42:05.464" v="165" actId="14100"/>
          <ac:picMkLst>
            <pc:docMk/>
            <pc:sldMk cId="375128068" sldId="271"/>
            <ac:picMk id="3" creationId="{53519CB0-18E4-941F-1387-C6B3FC0CD20B}"/>
          </ac:picMkLst>
        </pc:picChg>
      </pc:sldChg>
      <pc:sldChg chg="addSp delSp modSp new del mod">
        <pc:chgData name="Bellamkonda Naga pavan kumar" userId="a0f458ddd32edd19" providerId="LiveId" clId="{27E7A5E7-8840-4DE7-AB6B-DB8FFE40B1B5}" dt="2026-09-11T17:41:08.167" v="672" actId="2696"/>
        <pc:sldMkLst>
          <pc:docMk/>
          <pc:sldMk cId="3404996833" sldId="275"/>
        </pc:sldMkLst>
        <pc:picChg chg="add del mod">
          <ac:chgData name="Bellamkonda Naga pavan kumar" userId="a0f458ddd32edd19" providerId="LiveId" clId="{27E7A5E7-8840-4DE7-AB6B-DB8FFE40B1B5}" dt="2026-09-11T17:40:55.850" v="671" actId="21"/>
          <ac:picMkLst>
            <pc:docMk/>
            <pc:sldMk cId="3404996833" sldId="275"/>
            <ac:picMk id="4" creationId="{983B6405-8EA5-C950-D4C2-6A2E88B4241A}"/>
          </ac:picMkLst>
        </pc:picChg>
      </pc:sldChg>
      <pc:sldChg chg="addSp modSp new mod">
        <pc:chgData name="Bellamkonda Naga pavan kumar" userId="a0f458ddd32edd19" providerId="LiveId" clId="{27E7A5E7-8840-4DE7-AB6B-DB8FFE40B1B5}" dt="2026-09-11T17:42:21.473" v="729" actId="14100"/>
        <pc:sldMkLst>
          <pc:docMk/>
          <pc:sldMk cId="2905258244" sldId="276"/>
        </pc:sldMkLst>
        <pc:spChg chg="mod">
          <ac:chgData name="Bellamkonda Naga pavan kumar" userId="a0f458ddd32edd19" providerId="LiveId" clId="{27E7A5E7-8840-4DE7-AB6B-DB8FFE40B1B5}" dt="2026-09-11T17:41:51.897" v="727" actId="255"/>
          <ac:spMkLst>
            <pc:docMk/>
            <pc:sldMk cId="2905258244" sldId="276"/>
            <ac:spMk id="2" creationId="{405C8CA3-B41A-F781-747E-EC6AA39DFF9C}"/>
          </ac:spMkLst>
        </pc:spChg>
        <pc:picChg chg="add mod">
          <ac:chgData name="Bellamkonda Naga pavan kumar" userId="a0f458ddd32edd19" providerId="LiveId" clId="{27E7A5E7-8840-4DE7-AB6B-DB8FFE40B1B5}" dt="2026-09-11T17:42:21.473" v="729" actId="14100"/>
          <ac:picMkLst>
            <pc:docMk/>
            <pc:sldMk cId="2905258244" sldId="276"/>
            <ac:picMk id="4" creationId="{3958BF8A-1B52-E422-54D6-445B6724A6EF}"/>
          </ac:picMkLst>
        </pc:picChg>
      </pc:sldChg>
      <pc:sldChg chg="addSp modSp new mod">
        <pc:chgData name="Bellamkonda Naga pavan kumar" userId="a0f458ddd32edd19" providerId="LiveId" clId="{27E7A5E7-8840-4DE7-AB6B-DB8FFE40B1B5}" dt="2026-09-11T17:42:32.107" v="730" actId="14100"/>
        <pc:sldMkLst>
          <pc:docMk/>
          <pc:sldMk cId="2779303158" sldId="277"/>
        </pc:sldMkLst>
        <pc:spChg chg="mod">
          <ac:chgData name="Bellamkonda Naga pavan kumar" userId="a0f458ddd32edd19" providerId="LiveId" clId="{27E7A5E7-8840-4DE7-AB6B-DB8FFE40B1B5}" dt="2026-09-10T10:35:50.134" v="133" actId="113"/>
          <ac:spMkLst>
            <pc:docMk/>
            <pc:sldMk cId="2779303158" sldId="277"/>
            <ac:spMk id="2" creationId="{AEDE4912-1C2A-DA88-923F-31B509D18813}"/>
          </ac:spMkLst>
        </pc:spChg>
        <pc:picChg chg="add mod">
          <ac:chgData name="Bellamkonda Naga pavan kumar" userId="a0f458ddd32edd19" providerId="LiveId" clId="{27E7A5E7-8840-4DE7-AB6B-DB8FFE40B1B5}" dt="2026-09-11T17:42:32.107" v="730" actId="14100"/>
          <ac:picMkLst>
            <pc:docMk/>
            <pc:sldMk cId="2779303158" sldId="277"/>
            <ac:picMk id="4" creationId="{EFA2E672-9637-E04B-D46C-BC94F36573B4}"/>
          </ac:picMkLst>
        </pc:picChg>
      </pc:sldChg>
      <pc:sldChg chg="addSp modSp new del mod">
        <pc:chgData name="Bellamkonda Naga pavan kumar" userId="a0f458ddd32edd19" providerId="LiveId" clId="{27E7A5E7-8840-4DE7-AB6B-DB8FFE40B1B5}" dt="2026-09-11T15:07:10.215" v="659" actId="2696"/>
        <pc:sldMkLst>
          <pc:docMk/>
          <pc:sldMk cId="597265547" sldId="278"/>
        </pc:sldMkLst>
      </pc:sldChg>
      <pc:sldChg chg="addSp modSp new mod">
        <pc:chgData name="Bellamkonda Naga pavan kumar" userId="a0f458ddd32edd19" providerId="LiveId" clId="{27E7A5E7-8840-4DE7-AB6B-DB8FFE40B1B5}" dt="2026-09-11T17:42:50.029" v="731" actId="14100"/>
        <pc:sldMkLst>
          <pc:docMk/>
          <pc:sldMk cId="2421265909" sldId="279"/>
        </pc:sldMkLst>
        <pc:spChg chg="mod">
          <ac:chgData name="Bellamkonda Naga pavan kumar" userId="a0f458ddd32edd19" providerId="LiveId" clId="{27E7A5E7-8840-4DE7-AB6B-DB8FFE40B1B5}" dt="2026-09-11T12:28:17.876" v="269" actId="255"/>
          <ac:spMkLst>
            <pc:docMk/>
            <pc:sldMk cId="2421265909" sldId="279"/>
            <ac:spMk id="2" creationId="{54D9BADA-A284-413F-7D44-700DC7B09DC7}"/>
          </ac:spMkLst>
        </pc:spChg>
        <pc:picChg chg="add mod">
          <ac:chgData name="Bellamkonda Naga pavan kumar" userId="a0f458ddd32edd19" providerId="LiveId" clId="{27E7A5E7-8840-4DE7-AB6B-DB8FFE40B1B5}" dt="2026-09-11T17:42:50.029" v="731" actId="14100"/>
          <ac:picMkLst>
            <pc:docMk/>
            <pc:sldMk cId="2421265909" sldId="279"/>
            <ac:picMk id="4" creationId="{506C9F40-3B28-F533-9080-B840C8FE51A3}"/>
          </ac:picMkLst>
        </pc:picChg>
      </pc:sldChg>
      <pc:sldChg chg="addSp delSp modSp new del mod ord">
        <pc:chgData name="Bellamkonda Naga pavan kumar" userId="a0f458ddd32edd19" providerId="LiveId" clId="{27E7A5E7-8840-4DE7-AB6B-DB8FFE40B1B5}" dt="2026-09-12T07:02:47.057" v="746" actId="2696"/>
        <pc:sldMkLst>
          <pc:docMk/>
          <pc:sldMk cId="3060515307" sldId="280"/>
        </pc:sldMkLst>
        <pc:spChg chg="mod">
          <ac:chgData name="Bellamkonda Naga pavan kumar" userId="a0f458ddd32edd19" providerId="LiveId" clId="{27E7A5E7-8840-4DE7-AB6B-DB8FFE40B1B5}" dt="2026-09-11T12:57:57.609" v="315" actId="255"/>
          <ac:spMkLst>
            <pc:docMk/>
            <pc:sldMk cId="3060515307" sldId="280"/>
            <ac:spMk id="2" creationId="{6630942E-B1F8-6D8C-FB9E-9C586D886F01}"/>
          </ac:spMkLst>
        </pc:spChg>
        <pc:spChg chg="add mod">
          <ac:chgData name="Bellamkonda Naga pavan kumar" userId="a0f458ddd32edd19" providerId="LiveId" clId="{27E7A5E7-8840-4DE7-AB6B-DB8FFE40B1B5}" dt="2026-09-11T13:02:08.395" v="355" actId="14100"/>
          <ac:spMkLst>
            <pc:docMk/>
            <pc:sldMk cId="3060515307" sldId="280"/>
            <ac:spMk id="7" creationId="{548E3A34-D95A-B722-29CB-41D3E7A7C537}"/>
          </ac:spMkLst>
        </pc:spChg>
        <pc:picChg chg="add del mod">
          <ac:chgData name="Bellamkonda Naga pavan kumar" userId="a0f458ddd32edd19" providerId="LiveId" clId="{27E7A5E7-8840-4DE7-AB6B-DB8FFE40B1B5}" dt="2026-09-11T12:58:38.548" v="318" actId="21"/>
          <ac:picMkLst>
            <pc:docMk/>
            <pc:sldMk cId="3060515307" sldId="280"/>
            <ac:picMk id="4" creationId="{E66C5014-F883-AE78-B0E3-B11F2B466B15}"/>
          </ac:picMkLst>
        </pc:picChg>
        <pc:picChg chg="add mod">
          <ac:chgData name="Bellamkonda Naga pavan kumar" userId="a0f458ddd32edd19" providerId="LiveId" clId="{27E7A5E7-8840-4DE7-AB6B-DB8FFE40B1B5}" dt="2026-09-11T13:00:19.765" v="326" actId="1076"/>
          <ac:picMkLst>
            <pc:docMk/>
            <pc:sldMk cId="3060515307" sldId="280"/>
            <ac:picMk id="6" creationId="{EFAA8458-F502-2A32-9BC0-A4366935F03B}"/>
          </ac:picMkLst>
        </pc:picChg>
      </pc:sldChg>
      <pc:sldChg chg="addSp delSp modSp new mod">
        <pc:chgData name="Bellamkonda Naga pavan kumar" userId="a0f458ddd32edd19" providerId="LiveId" clId="{27E7A5E7-8840-4DE7-AB6B-DB8FFE40B1B5}" dt="2026-09-11T13:30:05.006" v="479" actId="20577"/>
        <pc:sldMkLst>
          <pc:docMk/>
          <pc:sldMk cId="857819418" sldId="281"/>
        </pc:sldMkLst>
        <pc:spChg chg="mod">
          <ac:chgData name="Bellamkonda Naga pavan kumar" userId="a0f458ddd32edd19" providerId="LiveId" clId="{27E7A5E7-8840-4DE7-AB6B-DB8FFE40B1B5}" dt="2026-09-11T13:15:07.168" v="365" actId="113"/>
          <ac:spMkLst>
            <pc:docMk/>
            <pc:sldMk cId="857819418" sldId="281"/>
            <ac:spMk id="2" creationId="{78A5F24A-D2BB-9727-61D8-7729B94422D7}"/>
          </ac:spMkLst>
        </pc:spChg>
        <pc:spChg chg="add del mod">
          <ac:chgData name="Bellamkonda Naga pavan kumar" userId="a0f458ddd32edd19" providerId="LiveId" clId="{27E7A5E7-8840-4DE7-AB6B-DB8FFE40B1B5}" dt="2026-09-11T13:22:19.533" v="401" actId="22"/>
          <ac:spMkLst>
            <pc:docMk/>
            <pc:sldMk cId="857819418" sldId="281"/>
            <ac:spMk id="4" creationId="{998908EF-ECDE-7846-663B-A87B9C9B1250}"/>
          </ac:spMkLst>
        </pc:spChg>
        <pc:spChg chg="add del mod">
          <ac:chgData name="Bellamkonda Naga pavan kumar" userId="a0f458ddd32edd19" providerId="LiveId" clId="{27E7A5E7-8840-4DE7-AB6B-DB8FFE40B1B5}" dt="2026-09-11T13:22:18.939" v="400" actId="22"/>
          <ac:spMkLst>
            <pc:docMk/>
            <pc:sldMk cId="857819418" sldId="281"/>
            <ac:spMk id="6" creationId="{8CE3387D-9412-6E85-CC64-12E71ECA9682}"/>
          </ac:spMkLst>
        </pc:spChg>
        <pc:spChg chg="add del mod">
          <ac:chgData name="Bellamkonda Naga pavan kumar" userId="a0f458ddd32edd19" providerId="LiveId" clId="{27E7A5E7-8840-4DE7-AB6B-DB8FFE40B1B5}" dt="2026-09-11T13:22:17.874" v="398" actId="22"/>
          <ac:spMkLst>
            <pc:docMk/>
            <pc:sldMk cId="857819418" sldId="281"/>
            <ac:spMk id="8" creationId="{E08375D5-138F-E9E8-8706-D62A6FDFBE69}"/>
          </ac:spMkLst>
        </pc:spChg>
        <pc:spChg chg="add mod">
          <ac:chgData name="Bellamkonda Naga pavan kumar" userId="a0f458ddd32edd19" providerId="LiveId" clId="{27E7A5E7-8840-4DE7-AB6B-DB8FFE40B1B5}" dt="2026-09-11T13:27:18.916" v="415" actId="1076"/>
          <ac:spMkLst>
            <pc:docMk/>
            <pc:sldMk cId="857819418" sldId="281"/>
            <ac:spMk id="11" creationId="{D6F5519A-835C-92E1-2071-7CA09B9459E0}"/>
          </ac:spMkLst>
        </pc:spChg>
        <pc:graphicFrameChg chg="add mod modGraphic">
          <ac:chgData name="Bellamkonda Naga pavan kumar" userId="a0f458ddd32edd19" providerId="LiveId" clId="{27E7A5E7-8840-4DE7-AB6B-DB8FFE40B1B5}" dt="2026-09-11T13:30:05.006" v="479" actId="20577"/>
          <ac:graphicFrameMkLst>
            <pc:docMk/>
            <pc:sldMk cId="857819418" sldId="281"/>
            <ac:graphicFrameMk id="9" creationId="{50A777A4-8AB5-E4D0-B6C9-E2D448EAF678}"/>
          </ac:graphicFrameMkLst>
        </pc:graphicFrameChg>
      </pc:sldChg>
      <pc:sldChg chg="addSp delSp modSp new mod">
        <pc:chgData name="Bellamkonda Naga pavan kumar" userId="a0f458ddd32edd19" providerId="LiveId" clId="{27E7A5E7-8840-4DE7-AB6B-DB8FFE40B1B5}" dt="2026-09-11T14:04:20.877" v="566" actId="255"/>
        <pc:sldMkLst>
          <pc:docMk/>
          <pc:sldMk cId="1724381478" sldId="282"/>
        </pc:sldMkLst>
        <pc:spChg chg="mod">
          <ac:chgData name="Bellamkonda Naga pavan kumar" userId="a0f458ddd32edd19" providerId="LiveId" clId="{27E7A5E7-8840-4DE7-AB6B-DB8FFE40B1B5}" dt="2026-09-11T13:58:24.655" v="510" actId="14100"/>
          <ac:spMkLst>
            <pc:docMk/>
            <pc:sldMk cId="1724381478" sldId="282"/>
            <ac:spMk id="2" creationId="{587E6E83-5AFD-7B5E-8408-A6B41B401BB4}"/>
          </ac:spMkLst>
        </pc:spChg>
        <pc:spChg chg="add del">
          <ac:chgData name="Bellamkonda Naga pavan kumar" userId="a0f458ddd32edd19" providerId="LiveId" clId="{27E7A5E7-8840-4DE7-AB6B-DB8FFE40B1B5}" dt="2026-09-11T13:40:37.463" v="490" actId="21"/>
          <ac:spMkLst>
            <pc:docMk/>
            <pc:sldMk cId="1724381478" sldId="282"/>
            <ac:spMk id="4" creationId="{E7B78F46-3131-5916-914E-6A2B6B7A7496}"/>
          </ac:spMkLst>
        </pc:spChg>
        <pc:spChg chg="add del">
          <ac:chgData name="Bellamkonda Naga pavan kumar" userId="a0f458ddd32edd19" providerId="LiveId" clId="{27E7A5E7-8840-4DE7-AB6B-DB8FFE40B1B5}" dt="2026-09-11T13:43:10.953" v="492" actId="21"/>
          <ac:spMkLst>
            <pc:docMk/>
            <pc:sldMk cId="1724381478" sldId="282"/>
            <ac:spMk id="6" creationId="{9EE62F9B-9FEE-2130-DD59-1825823A6F83}"/>
          </ac:spMkLst>
        </pc:spChg>
        <pc:spChg chg="add del mod">
          <ac:chgData name="Bellamkonda Naga pavan kumar" userId="a0f458ddd32edd19" providerId="LiveId" clId="{27E7A5E7-8840-4DE7-AB6B-DB8FFE40B1B5}" dt="2026-09-11T13:43:37.535" v="496" actId="21"/>
          <ac:spMkLst>
            <pc:docMk/>
            <pc:sldMk cId="1724381478" sldId="282"/>
            <ac:spMk id="8" creationId="{FF092943-E6AF-656B-F217-769B2AC8E269}"/>
          </ac:spMkLst>
        </pc:spChg>
        <pc:spChg chg="add del mod">
          <ac:chgData name="Bellamkonda Naga pavan kumar" userId="a0f458ddd32edd19" providerId="LiveId" clId="{27E7A5E7-8840-4DE7-AB6B-DB8FFE40B1B5}" dt="2026-09-11T13:47:59.524" v="500" actId="22"/>
          <ac:spMkLst>
            <pc:docMk/>
            <pc:sldMk cId="1724381478" sldId="282"/>
            <ac:spMk id="10" creationId="{AD6F82BE-A6D2-398F-9832-E324F7AE4849}"/>
          </ac:spMkLst>
        </pc:spChg>
        <pc:spChg chg="add mod">
          <ac:chgData name="Bellamkonda Naga pavan kumar" userId="a0f458ddd32edd19" providerId="LiveId" clId="{27E7A5E7-8840-4DE7-AB6B-DB8FFE40B1B5}" dt="2026-09-11T14:04:20.877" v="566" actId="255"/>
          <ac:spMkLst>
            <pc:docMk/>
            <pc:sldMk cId="1724381478" sldId="282"/>
            <ac:spMk id="13" creationId="{34DDA640-D5C8-3E6B-7C4D-76901AC100AE}"/>
          </ac:spMkLst>
        </pc:spChg>
        <pc:picChg chg="add mod">
          <ac:chgData name="Bellamkonda Naga pavan kumar" userId="a0f458ddd32edd19" providerId="LiveId" clId="{27E7A5E7-8840-4DE7-AB6B-DB8FFE40B1B5}" dt="2026-09-11T13:57:46.423" v="506" actId="14100"/>
          <ac:picMkLst>
            <pc:docMk/>
            <pc:sldMk cId="1724381478" sldId="282"/>
            <ac:picMk id="12" creationId="{4DF9CA87-D64D-46AF-6096-E7920F52916C}"/>
          </ac:picMkLst>
        </pc:picChg>
      </pc:sldChg>
      <pc:sldChg chg="addSp modSp new mod">
        <pc:chgData name="Bellamkonda Naga pavan kumar" userId="a0f458ddd32edd19" providerId="LiveId" clId="{27E7A5E7-8840-4DE7-AB6B-DB8FFE40B1B5}" dt="2026-09-11T17:21:54.169" v="660" actId="20577"/>
        <pc:sldMkLst>
          <pc:docMk/>
          <pc:sldMk cId="1441384360" sldId="283"/>
        </pc:sldMkLst>
        <pc:spChg chg="mod">
          <ac:chgData name="Bellamkonda Naga pavan kumar" userId="a0f458ddd32edd19" providerId="LiveId" clId="{27E7A5E7-8840-4DE7-AB6B-DB8FFE40B1B5}" dt="2026-09-11T17:21:54.169" v="660" actId="20577"/>
          <ac:spMkLst>
            <pc:docMk/>
            <pc:sldMk cId="1441384360" sldId="283"/>
            <ac:spMk id="2" creationId="{CA1F2735-6895-E1E0-0F47-94523A87099E}"/>
          </ac:spMkLst>
        </pc:spChg>
        <pc:spChg chg="add mod">
          <ac:chgData name="Bellamkonda Naga pavan kumar" userId="a0f458ddd32edd19" providerId="LiveId" clId="{27E7A5E7-8840-4DE7-AB6B-DB8FFE40B1B5}" dt="2026-09-11T14:18:30.993" v="657" actId="20577"/>
          <ac:spMkLst>
            <pc:docMk/>
            <pc:sldMk cId="1441384360" sldId="283"/>
            <ac:spMk id="5" creationId="{A2D94217-FB07-F7AB-D91F-A2FC9DF89393}"/>
          </ac:spMkLst>
        </pc:spChg>
        <pc:picChg chg="add mod">
          <ac:chgData name="Bellamkonda Naga pavan kumar" userId="a0f458ddd32edd19" providerId="LiveId" clId="{27E7A5E7-8840-4DE7-AB6B-DB8FFE40B1B5}" dt="2026-09-11T14:15:24.575" v="635" actId="14100"/>
          <ac:picMkLst>
            <pc:docMk/>
            <pc:sldMk cId="1441384360" sldId="283"/>
            <ac:picMk id="4" creationId="{7B56AB20-7F1E-5227-5C40-191CADE919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EEBC5-D6F7-412A-AC50-06D6BB243E4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9FF68-F5B2-40B0-A601-8137F6BCB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0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9FF68-F5B2-40B0-A601-8137F6BCB45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80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9FF68-F5B2-40B0-A601-8137F6BCB45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16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2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3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9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8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64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5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48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27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0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2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81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755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6728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93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61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3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F1D01-75FB-4367-ADC6-5AF689A920AE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F868-A043-14C2-F8B8-464FFB87A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499" y="481782"/>
            <a:ext cx="8151056" cy="1297858"/>
          </a:xfrm>
        </p:spPr>
        <p:txBody>
          <a:bodyPr/>
          <a:lstStyle/>
          <a:p>
            <a:pPr algn="l"/>
            <a:r>
              <a:rPr lang="en-IN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</a:t>
            </a:r>
            <a:r>
              <a:rPr lang="en-IN" sz="4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Pipeline:</a:t>
            </a:r>
            <a:br>
              <a:rPr lang="en-IN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Credit Data Processing &amp; Risk Analytics using Azure &amp; Databricks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533FE-D0EC-23DD-6FAE-A2432AEE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5297" y="2871020"/>
            <a:ext cx="3674533" cy="3182672"/>
          </a:xfrm>
        </p:spPr>
        <p:txBody>
          <a:bodyPr>
            <a:noAutofit/>
          </a:bodyPr>
          <a:lstStyle/>
          <a:p>
            <a:pPr algn="l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B.Kumara Swamy</a:t>
            </a:r>
          </a:p>
          <a:p>
            <a:pPr algn="l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Astha Kesharwani </a:t>
            </a:r>
          </a:p>
          <a:p>
            <a:pPr algn="l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D.Vaishnavi</a:t>
            </a:r>
          </a:p>
          <a:p>
            <a:pPr algn="l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K.Rajkumar</a:t>
            </a:r>
          </a:p>
          <a:p>
            <a:pPr algn="l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P.Bhanu Bharath</a:t>
            </a:r>
          </a:p>
          <a:p>
            <a:pPr algn="l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B.Naga Pavan Kumar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872898-821D-2401-53CD-A7BD6395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45" y="2034429"/>
            <a:ext cx="6890052" cy="46138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6750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A7F9-08BA-0C53-E471-8600A767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78568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654E-D37A-62FA-B25A-C3390AD3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87795"/>
            <a:ext cx="8596668" cy="4153568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000" dirty="0"/>
              <a:t>Built a </a:t>
            </a:r>
            <a:r>
              <a:rPr lang="en-IN" sz="2000" b="1" dirty="0"/>
              <a:t>cloud-based ELT pipeline</a:t>
            </a:r>
            <a:r>
              <a:rPr lang="en-IN" sz="2000" dirty="0"/>
              <a:t> to process credit risk data from multiple sources.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000" dirty="0"/>
              <a:t>Implemented </a:t>
            </a:r>
            <a:r>
              <a:rPr lang="en-IN" sz="2000" b="1" dirty="0"/>
              <a:t>Medallion Architecture</a:t>
            </a:r>
            <a:r>
              <a:rPr lang="en-IN" sz="2000" dirty="0"/>
              <a:t> using </a:t>
            </a:r>
            <a:r>
              <a:rPr lang="en-IN" sz="2000" b="1" dirty="0"/>
              <a:t>ADLS Gen2 and Databricks</a:t>
            </a:r>
            <a:r>
              <a:rPr lang="en-IN" sz="2000" dirty="0"/>
              <a:t> — Bronze → Silver → Gold.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000" dirty="0"/>
              <a:t>Used </a:t>
            </a:r>
            <a:r>
              <a:rPr lang="en-IN" sz="2000" b="1" dirty="0"/>
              <a:t>Azure Data Factory and PySpark/DBT</a:t>
            </a:r>
            <a:r>
              <a:rPr lang="en-IN" sz="2000" dirty="0"/>
              <a:t> for data ingestion, cleansing, and transformation.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000" dirty="0"/>
              <a:t>Integrated </a:t>
            </a:r>
            <a:r>
              <a:rPr lang="en-IN" sz="2000" b="1" dirty="0"/>
              <a:t>applicant, credit history, loan, and economic datasets</a:t>
            </a:r>
            <a:r>
              <a:rPr lang="en-IN" sz="2000" dirty="0"/>
              <a:t> into a unified data platform.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000" dirty="0"/>
              <a:t>Prepared </a:t>
            </a:r>
            <a:r>
              <a:rPr lang="en-IN" sz="2000" b="1" dirty="0"/>
              <a:t>analytics-ready credit risk data</a:t>
            </a:r>
            <a:r>
              <a:rPr lang="en-IN" sz="2000" dirty="0"/>
              <a:t> to support </a:t>
            </a:r>
            <a:r>
              <a:rPr lang="en-IN" sz="2000" b="1" dirty="0"/>
              <a:t>loan assessment, reporting, and dashboards</a:t>
            </a:r>
            <a:r>
              <a:rPr lang="en-IN" sz="2000" dirty="0"/>
              <a:t>.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53192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5F91-0DCD-8C77-0186-51101393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90863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7C21-7F7B-75A8-9A22-F348D94A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889150" cy="388077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Managing </a:t>
            </a:r>
            <a:r>
              <a:rPr lang="en-IN" sz="2000" b="1" dirty="0"/>
              <a:t>large volumes of credit and loan data</a:t>
            </a:r>
            <a:r>
              <a:rPr lang="en-IN" sz="2000" dirty="0"/>
              <a:t> from multiple source datasets.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Handling </a:t>
            </a:r>
            <a:r>
              <a:rPr lang="en-IN" sz="2000" b="1" dirty="0"/>
              <a:t>missing, duplicate, and inconsistent data</a:t>
            </a:r>
            <a:r>
              <a:rPr lang="en-IN" sz="2000" dirty="0"/>
              <a:t> to maintain reliable credit information.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Integrating </a:t>
            </a:r>
            <a:r>
              <a:rPr lang="en-IN" sz="2000" b="1" dirty="0"/>
              <a:t>applicant, credit history, loan, and economic data</a:t>
            </a:r>
            <a:r>
              <a:rPr lang="en-IN" sz="2000" dirty="0"/>
              <a:t> into one unified pipeline.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Identifying </a:t>
            </a:r>
            <a:r>
              <a:rPr lang="en-IN" sz="2000" b="1" dirty="0"/>
              <a:t>high-risk applicants</a:t>
            </a:r>
            <a:r>
              <a:rPr lang="en-IN" sz="2000" dirty="0"/>
              <a:t> efficiently using accurate and standardized credit data.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Providing </a:t>
            </a:r>
            <a:r>
              <a:rPr lang="en-IN" sz="2000" b="1" dirty="0"/>
              <a:t>trusted risk insights and reports</a:t>
            </a:r>
            <a:r>
              <a:rPr lang="en-IN" sz="2000" dirty="0"/>
              <a:t> to support faster and better loan approval decisions.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7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EF43-FB11-9CFC-A27C-2FA9BAD2B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117988"/>
            <a:ext cx="8668814" cy="171157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Lakehouse Architecture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 - Level Design)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3F2B33-18D7-F24D-2E40-BAFFFF623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796413"/>
            <a:ext cx="8668814" cy="545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3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F22C84-9797-8B5D-65F0-B8191C87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35" y="157316"/>
            <a:ext cx="8596668" cy="1511827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Low-Level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ED189-AD1A-B2AD-D145-6E75D6733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35" y="865239"/>
            <a:ext cx="898464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2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F24A-D2BB-9727-61D8-7729B944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876" y="353961"/>
            <a:ext cx="8596668" cy="1320800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Bronze Layer — Raw Data Preservation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A777A4-8AB5-E4D0-B6C9-E2D448EA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933887"/>
              </p:ext>
            </p:extLst>
          </p:nvPr>
        </p:nvGraphicFramePr>
        <p:xfrm>
          <a:off x="293876" y="1868130"/>
          <a:ext cx="9282744" cy="35887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0085">
                  <a:extLst>
                    <a:ext uri="{9D8B030D-6E8A-4147-A177-3AD203B41FA5}">
                      <a16:colId xmlns:a16="http://schemas.microsoft.com/office/drawing/2014/main" val="471412726"/>
                    </a:ext>
                  </a:extLst>
                </a:gridCol>
                <a:gridCol w="2304451">
                  <a:extLst>
                    <a:ext uri="{9D8B030D-6E8A-4147-A177-3AD203B41FA5}">
                      <a16:colId xmlns:a16="http://schemas.microsoft.com/office/drawing/2014/main" val="4258147121"/>
                    </a:ext>
                  </a:extLst>
                </a:gridCol>
                <a:gridCol w="2278123">
                  <a:extLst>
                    <a:ext uri="{9D8B030D-6E8A-4147-A177-3AD203B41FA5}">
                      <a16:colId xmlns:a16="http://schemas.microsoft.com/office/drawing/2014/main" val="3677929477"/>
                    </a:ext>
                  </a:extLst>
                </a:gridCol>
                <a:gridCol w="2350085">
                  <a:extLst>
                    <a:ext uri="{9D8B030D-6E8A-4147-A177-3AD203B41FA5}">
                      <a16:colId xmlns:a16="http://schemas.microsoft.com/office/drawing/2014/main" val="3995234481"/>
                    </a:ext>
                  </a:extLst>
                </a:gridCol>
              </a:tblGrid>
              <a:tr h="1176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             Source Dataset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          Bronze Target Table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              Implementation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             Key Principle</a:t>
                      </a:r>
                    </a:p>
                  </a:txBody>
                  <a:tcPr marL="44614" marR="44614" marT="22307" marB="22307" anchor="ctr"/>
                </a:tc>
                <a:extLst>
                  <a:ext uri="{0D108BD9-81ED-4DB2-BD59-A6C34878D82A}">
                    <a16:rowId xmlns:a16="http://schemas.microsoft.com/office/drawing/2014/main" val="3201860244"/>
                  </a:ext>
                </a:extLst>
              </a:tr>
              <a:tr h="435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applicant_profiles.csv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credit_catalog.raw.applicant_profiles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Ingest applicant details from ADLS Gen2 and store them as a raw Delta table.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Source Preservation</a:t>
                      </a:r>
                    </a:p>
                  </a:txBody>
                  <a:tcPr marL="44614" marR="44614" marT="22307" marB="22307" anchor="ctr"/>
                </a:tc>
                <a:extLst>
                  <a:ext uri="{0D108BD9-81ED-4DB2-BD59-A6C34878D82A}">
                    <a16:rowId xmlns:a16="http://schemas.microsoft.com/office/drawing/2014/main" val="2611812737"/>
                  </a:ext>
                </a:extLst>
              </a:tr>
              <a:tr h="622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credit_application.csv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credit_catalog.raw.credit_application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Load loan application records with minimal transformation and basic schema validation.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Raw Data Integrity</a:t>
                      </a:r>
                    </a:p>
                  </a:txBody>
                  <a:tcPr marL="44614" marR="44614" marT="22307" marB="22307" anchor="ctr"/>
                </a:tc>
                <a:extLst>
                  <a:ext uri="{0D108BD9-81ED-4DB2-BD59-A6C34878D82A}">
                    <a16:rowId xmlns:a16="http://schemas.microsoft.com/office/drawing/2014/main" val="2972720466"/>
                  </a:ext>
                </a:extLst>
              </a:tr>
              <a:tr h="435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credit_history.csv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credit_catalog.raw.credit_history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Ingest historical credit records and retain the original source structure.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Traceability</a:t>
                      </a:r>
                    </a:p>
                  </a:txBody>
                  <a:tcPr marL="44614" marR="44614" marT="22307" marB="22307" anchor="ctr"/>
                </a:tc>
                <a:extLst>
                  <a:ext uri="{0D108BD9-81ED-4DB2-BD59-A6C34878D82A}">
                    <a16:rowId xmlns:a16="http://schemas.microsoft.com/office/drawing/2014/main" val="2207424286"/>
                  </a:ext>
                </a:extLst>
              </a:tr>
              <a:tr h="48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loan_details.csv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credit_catalog.raw.loan_details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Store loan amount, tenure, interest rate, and related details in Delta format.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Data Reliability</a:t>
                      </a:r>
                    </a:p>
                  </a:txBody>
                  <a:tcPr marL="44614" marR="44614" marT="22307" marB="22307" anchor="ctr"/>
                </a:tc>
                <a:extLst>
                  <a:ext uri="{0D108BD9-81ED-4DB2-BD59-A6C34878D82A}">
                    <a16:rowId xmlns:a16="http://schemas.microsoft.com/office/drawing/2014/main" val="4197103882"/>
                  </a:ext>
                </a:extLst>
              </a:tr>
              <a:tr h="435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economic_indicators.csv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credit_catalog.raw.economic_indicators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Ingest economic indicator data for downstream credit risk enrichment.</a:t>
                      </a:r>
                    </a:p>
                  </a:txBody>
                  <a:tcPr marL="44614" marR="44614" marT="22307" marB="223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Historical Retention</a:t>
                      </a:r>
                    </a:p>
                  </a:txBody>
                  <a:tcPr marL="44614" marR="44614" marT="22307" marB="22307" anchor="ctr"/>
                </a:tc>
                <a:extLst>
                  <a:ext uri="{0D108BD9-81ED-4DB2-BD59-A6C34878D82A}">
                    <a16:rowId xmlns:a16="http://schemas.microsoft.com/office/drawing/2014/main" val="362093846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6F5519A-835C-92E1-2071-7CA09B9459E0}"/>
              </a:ext>
            </a:extLst>
          </p:cNvPr>
          <p:cNvSpPr txBox="1"/>
          <p:nvPr/>
        </p:nvSpPr>
        <p:spPr>
          <a:xfrm>
            <a:off x="293876" y="1148113"/>
            <a:ext cx="12703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Bronze Layer – Target Tables, Implementation &amp; Key Principles</a:t>
            </a:r>
          </a:p>
        </p:txBody>
      </p:sp>
    </p:spTree>
    <p:extLst>
      <p:ext uri="{BB962C8B-B14F-4D97-AF65-F5344CB8AC3E}">
        <p14:creationId xmlns:p14="http://schemas.microsoft.com/office/powerpoint/2010/main" val="85781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6E83-5AFD-7B5E-8408-A6B41B40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412955"/>
            <a:ext cx="8870879" cy="151744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Silver Layer — Cleansing &amp; Transformation</a:t>
            </a:r>
            <a:br>
              <a:rPr lang="en-IN" dirty="0"/>
            </a:b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F9CA87-D64D-46AF-6096-E7920F52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1268361"/>
            <a:ext cx="9370142" cy="37465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DDA640-D5C8-3E6B-7C4D-76901AC100AE}"/>
              </a:ext>
            </a:extLst>
          </p:cNvPr>
          <p:cNvSpPr txBox="1"/>
          <p:nvPr/>
        </p:nvSpPr>
        <p:spPr>
          <a:xfrm>
            <a:off x="786581" y="5404973"/>
            <a:ext cx="7718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b="1" dirty="0"/>
              <a:t>OUTPUT : </a:t>
            </a:r>
            <a:r>
              <a:rPr lang="fr-FR" b="1" dirty="0"/>
              <a:t>credit_analysis_catalog.silver.Silver_applicant_profiles</a:t>
            </a:r>
            <a:r>
              <a:rPr lang="en-IN" b="1" dirty="0"/>
              <a:t> </a:t>
            </a:r>
            <a:br>
              <a:rPr lang="en-IN" dirty="0"/>
            </a:b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4381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2735-6895-E1E0-0F47-94523A87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422787"/>
            <a:ext cx="8949537" cy="150761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Gold Layer(Retail Analytics)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56AB20-7F1E-5227-5C40-191CADE91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1111045"/>
            <a:ext cx="9311148" cy="4173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94217-FB07-F7AB-D91F-A2FC9DF89393}"/>
              </a:ext>
            </a:extLst>
          </p:cNvPr>
          <p:cNvSpPr txBox="1"/>
          <p:nvPr/>
        </p:nvSpPr>
        <p:spPr>
          <a:xfrm>
            <a:off x="1396181" y="5788062"/>
            <a:ext cx="62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Target : credit_analysis_catalog.gold.dim_applicant</a:t>
            </a:r>
          </a:p>
        </p:txBody>
      </p:sp>
    </p:spTree>
    <p:extLst>
      <p:ext uri="{BB962C8B-B14F-4D97-AF65-F5344CB8AC3E}">
        <p14:creationId xmlns:p14="http://schemas.microsoft.com/office/powerpoint/2010/main" val="144138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70DA-B1D7-5FAC-CF73-C57BD190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6" y="432619"/>
            <a:ext cx="8554064" cy="943897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Credit Risk Analytics(Star Schema)</a:t>
            </a:r>
          </a:p>
        </p:txBody>
      </p:sp>
      <p:pic>
        <p:nvPicPr>
          <p:cNvPr id="3" name="Picture 2" descr="data_model_diagram.png">
            <a:extLst>
              <a:ext uri="{FF2B5EF4-FFF2-40B4-BE49-F238E27FC236}">
                <a16:creationId xmlns:a16="http://schemas.microsoft.com/office/drawing/2014/main" id="{53519CB0-18E4-941F-1387-C6B3FC0C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6" y="1194619"/>
            <a:ext cx="8468034" cy="51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8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8CA3-B41A-F781-747E-EC6AA39D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650" y="334297"/>
            <a:ext cx="8923352" cy="159610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DashBoards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8BF8A-1B52-E422-54D6-445B6724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50" y="1091382"/>
            <a:ext cx="9019492" cy="508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58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4912-1C2A-DA88-923F-31B509D1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68" y="304800"/>
            <a:ext cx="8932934" cy="1625600"/>
          </a:xfrm>
        </p:spPr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Credit Risk &amp; Intelligence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2E672-9637-E04B-D46C-BC94F365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68" y="985684"/>
            <a:ext cx="9029074" cy="526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0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BADA-A284-413F-7D44-700DC7B09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1781"/>
            <a:ext cx="8596668" cy="1448619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PyTest &amp; Data Validation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C9F40-3B28-F533-9080-B840C8FE5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1268361"/>
            <a:ext cx="9281651" cy="43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65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F77B-B041-99A5-5FF2-4EDD49D6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19432"/>
            <a:ext cx="8596668" cy="924233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&amp;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191B-420B-6E0C-49D5-AE7FED8B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3665"/>
            <a:ext cx="8596668" cy="4497697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000" dirty="0"/>
              <a:t>Performed </a:t>
            </a:r>
            <a:r>
              <a:rPr lang="en-IN" sz="2000" b="1" dirty="0"/>
              <a:t>schema validation</a:t>
            </a:r>
            <a:r>
              <a:rPr lang="en-IN" sz="2000" dirty="0"/>
              <a:t> to ensure correct data types and table structure</a:t>
            </a:r>
            <a:r>
              <a:rPr lang="en-IN" sz="2400" dirty="0"/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000" dirty="0"/>
              <a:t>Applied </a:t>
            </a:r>
            <a:r>
              <a:rPr lang="en-IN" sz="2000" b="1" dirty="0"/>
              <a:t>null checks</a:t>
            </a:r>
            <a:r>
              <a:rPr lang="en-IN" sz="2000" dirty="0"/>
              <a:t> and </a:t>
            </a:r>
            <a:r>
              <a:rPr lang="en-IN" sz="2000" b="1" dirty="0"/>
              <a:t>data completeness validation</a:t>
            </a:r>
            <a:r>
              <a:rPr lang="en-IN" sz="2000" dirty="0"/>
              <a:t> across credit datasets.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000" dirty="0"/>
              <a:t>Implemented </a:t>
            </a:r>
            <a:r>
              <a:rPr lang="en-IN" sz="2000" b="1" dirty="0"/>
              <a:t>duplicate detection and removal</a:t>
            </a:r>
            <a:r>
              <a:rPr lang="en-IN" sz="2000" dirty="0"/>
              <a:t> for applicant and loan records.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000" dirty="0"/>
              <a:t>Applied </a:t>
            </a:r>
            <a:r>
              <a:rPr lang="en-IN" sz="2000" b="1" dirty="0"/>
              <a:t>data standardization</a:t>
            </a:r>
            <a:r>
              <a:rPr lang="en-IN" sz="2000" dirty="0"/>
              <a:t> for inconsistent values, formats, and categories.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000" dirty="0"/>
              <a:t>Implemented </a:t>
            </a:r>
            <a:r>
              <a:rPr lang="en-IN" sz="2000" b="1" dirty="0"/>
              <a:t>error logging and pipeline monitoring </a:t>
            </a:r>
            <a:r>
              <a:rPr lang="en-IN" sz="2000" dirty="0"/>
              <a:t>for failed Databricks/DBT tasks.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000" dirty="0"/>
              <a:t>Validated </a:t>
            </a:r>
            <a:r>
              <a:rPr lang="en-IN" sz="2000" b="1" dirty="0"/>
              <a:t>Silver and Gold outputs</a:t>
            </a:r>
            <a:r>
              <a:rPr lang="en-IN" sz="2000" dirty="0"/>
              <a:t> to ensure accurate and reliable credit risk data.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93673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0FC2-5F11-1B03-4C6D-72EEEF9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39097"/>
            <a:ext cx="8596668" cy="75708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 &amp; Monitoring (Slack Integration)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B58F-CB56-2DD8-6D92-F1F9C778E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0142"/>
            <a:ext cx="8596668" cy="4291220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Created a </a:t>
            </a:r>
            <a:r>
              <a:rPr lang="en-IN" sz="2000" b="1" dirty="0"/>
              <a:t>Slack channel</a:t>
            </a:r>
            <a:r>
              <a:rPr lang="en-IN" sz="2000" dirty="0"/>
              <a:t> for Credit Risk Pipeline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Configured </a:t>
            </a:r>
            <a:r>
              <a:rPr lang="en-IN" sz="2000" b="1" dirty="0"/>
              <a:t>Slack webhook integration</a:t>
            </a:r>
            <a:r>
              <a:rPr lang="en-IN" sz="2000" dirty="0"/>
              <a:t> for pipeline notifications.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Enabled </a:t>
            </a:r>
            <a:r>
              <a:rPr lang="en-IN" sz="2000" b="1" dirty="0"/>
              <a:t>Databricks Job success and failure alerts</a:t>
            </a:r>
            <a:r>
              <a:rPr lang="en-IN" sz="2000" dirty="0"/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Sent </a:t>
            </a:r>
            <a:r>
              <a:rPr lang="en-IN" sz="2000" b="1" dirty="0"/>
              <a:t>real-time notifications</a:t>
            </a:r>
            <a:r>
              <a:rPr lang="en-IN" sz="2000" dirty="0"/>
              <a:t> for pipeline execution status.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Monitored </a:t>
            </a:r>
            <a:r>
              <a:rPr lang="en-IN" sz="2000" b="1" dirty="0"/>
              <a:t>Bronze → Silver → Gold</a:t>
            </a:r>
            <a:r>
              <a:rPr lang="en-IN" sz="2000" dirty="0"/>
              <a:t> job and task status.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Configured </a:t>
            </a:r>
            <a:r>
              <a:rPr lang="en-IN" sz="2000" b="1" dirty="0"/>
              <a:t>retry and failure notifications</a:t>
            </a:r>
            <a:r>
              <a:rPr lang="en-IN" sz="2000" dirty="0"/>
              <a:t> for failed tasks.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Tracked </a:t>
            </a:r>
            <a:r>
              <a:rPr lang="en-IN" sz="2000" b="1" dirty="0"/>
              <a:t>execution logs and alerts</a:t>
            </a:r>
            <a:r>
              <a:rPr lang="en-IN" sz="2000" dirty="0"/>
              <a:t> for faster troubleshooting.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24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C4699AB-4B4B-1AF9-A5EF-024428D142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1F9A4-3A91-0C60-54B5-D66A5227FEEA}"/>
              </a:ext>
            </a:extLst>
          </p:cNvPr>
          <p:cNvSpPr txBox="1"/>
          <p:nvPr/>
        </p:nvSpPr>
        <p:spPr>
          <a:xfrm>
            <a:off x="619433" y="491613"/>
            <a:ext cx="532416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Airflow Pipeline Automation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F59B66-6441-DBAD-1F78-91EBC607D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1350466"/>
            <a:ext cx="9163665" cy="20785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5CA954-FDF0-3042-B3D9-E777E9FCBB9A}"/>
              </a:ext>
            </a:extLst>
          </p:cNvPr>
          <p:cNvSpPr txBox="1"/>
          <p:nvPr/>
        </p:nvSpPr>
        <p:spPr>
          <a:xfrm>
            <a:off x="619432" y="3716594"/>
            <a:ext cx="799362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Orchestration Responsibilities</a:t>
            </a:r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Schedules the daily execution of the pipeline.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Manages task dependencies (e.g. Bronze → Silver → Gold).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Triggers Databricks jobs and DBT models in the correct order.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Monitors task status and handles failures with retries.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Sends notifications to Slack when any task fails or completes.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Provides logs and visibility for troubleshooting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52897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B7A5-34F2-18E0-B727-84626A33B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4297"/>
            <a:ext cx="8596668" cy="825909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&amp; Outcomes</a:t>
            </a:r>
            <a:endParaRPr lang="en-IN" sz="4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887D-0461-919D-E37D-342246B7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9032"/>
            <a:ext cx="8596668" cy="4380251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Enabled </a:t>
            </a:r>
            <a:r>
              <a:rPr lang="en-IN" sz="2000" b="1" dirty="0"/>
              <a:t>accurate credit risk assessment</a:t>
            </a:r>
            <a:r>
              <a:rPr lang="en-IN" sz="2000" dirty="0"/>
              <a:t> using applicant, loan, credit history, and economic data.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Categorized applicants into </a:t>
            </a:r>
            <a:r>
              <a:rPr lang="en-IN" sz="2000" b="1" dirty="0"/>
              <a:t>High, Medium, and Low risk</a:t>
            </a:r>
            <a:r>
              <a:rPr lang="en-IN" sz="2000" dirty="0"/>
              <a:t> using derived risk scoring logic.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Improved </a:t>
            </a:r>
            <a:r>
              <a:rPr lang="en-IN" sz="2000" b="1" dirty="0"/>
              <a:t>data-driven loan decisions</a:t>
            </a:r>
            <a:r>
              <a:rPr lang="en-IN" sz="2000" dirty="0"/>
              <a:t> through centralized and standardized credit data.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Reduced </a:t>
            </a:r>
            <a:r>
              <a:rPr lang="en-IN" sz="2000" b="1" dirty="0"/>
              <a:t>data inconsistencies and duplicate records</a:t>
            </a:r>
            <a:r>
              <a:rPr lang="en-IN" sz="2000" dirty="0"/>
              <a:t> through automated ETL and data-quality checks.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Delivered </a:t>
            </a:r>
            <a:r>
              <a:rPr lang="en-IN" sz="2000" b="1" dirty="0"/>
              <a:t>actionable credit risk insights</a:t>
            </a:r>
            <a:r>
              <a:rPr lang="en-IN" sz="2000" dirty="0"/>
              <a:t> through Gold-layer metrics and Databricks dashboards.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Improved </a:t>
            </a:r>
            <a:r>
              <a:rPr lang="en-IN" sz="2000" b="1" dirty="0"/>
              <a:t>pipeline scalability and performance</a:t>
            </a:r>
            <a:r>
              <a:rPr lang="en-IN" sz="2000" dirty="0"/>
              <a:t> using ADLS Gen2, Delta Lake, and Databricks.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Enhanced </a:t>
            </a:r>
            <a:r>
              <a:rPr lang="en-IN" sz="2000" b="1" dirty="0"/>
              <a:t>pipeline reliability</a:t>
            </a:r>
            <a:r>
              <a:rPr lang="en-IN" sz="2000" dirty="0"/>
              <a:t> with automated monitoring, Slack alerts, and Pytest validation.</a:t>
            </a:r>
          </a:p>
        </p:txBody>
      </p:sp>
    </p:spTree>
    <p:extLst>
      <p:ext uri="{BB962C8B-B14F-4D97-AF65-F5344CB8AC3E}">
        <p14:creationId xmlns:p14="http://schemas.microsoft.com/office/powerpoint/2010/main" val="34381154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1239</TotalTime>
  <Words>751</Words>
  <Application>Microsoft Office PowerPoint</Application>
  <PresentationFormat>Widescreen</PresentationFormat>
  <Paragraphs>94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Credit Risk Assessment Pipeline:  Credit Data Processing &amp; Risk Analytics using Azure &amp; Databricks</vt:lpstr>
      <vt:lpstr>Project Overview &amp; Objectives</vt:lpstr>
      <vt:lpstr>Problem Statement</vt:lpstr>
      <vt:lpstr>Lakehouse Architecture (High - Level Design)</vt:lpstr>
      <vt:lpstr>Low-Level Design</vt:lpstr>
      <vt:lpstr>Bronze Layer — Raw Data Preservation </vt:lpstr>
      <vt:lpstr>Silver Layer — Cleansing &amp; Transformation </vt:lpstr>
      <vt:lpstr>Gold Layer(Retail Analytics) </vt:lpstr>
      <vt:lpstr>Credit Risk Analytics(Star Schema)</vt:lpstr>
      <vt:lpstr>DashBoards </vt:lpstr>
      <vt:lpstr>Credit Risk &amp; Intelligence </vt:lpstr>
      <vt:lpstr>PyTest &amp; Data Validation </vt:lpstr>
      <vt:lpstr>Data Quality &amp; Error Handling</vt:lpstr>
      <vt:lpstr>Alerts &amp; Monitoring (Slack Integration)</vt:lpstr>
      <vt:lpstr>PowerPoint Presentation</vt:lpstr>
      <vt:lpstr>Business Insights &amp;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Anumandla Supriya</dc:creator>
  <cp:lastModifiedBy>Bellamkonda Naga pavan kumar</cp:lastModifiedBy>
  <cp:revision>8</cp:revision>
  <dcterms:created xsi:type="dcterms:W3CDTF">2026-03-18T17:07:08Z</dcterms:created>
  <dcterms:modified xsi:type="dcterms:W3CDTF">2026-09-12T07:02:47Z</dcterms:modified>
</cp:coreProperties>
</file>